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2011680"/>
            <a:ext cx="777240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4400" b="1">
                <a:solidFill>
                  <a:srgbClr val="a8e6cf"/>
                </a:solidFill>
                <a:latin typeface="Arial"/>
              </a:rPr>
              <a:t>Object-Oriented Programming Basics in 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3703320"/>
            <a:ext cx="77724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2000" b="0">
                <a:solidFill>
                  <a:srgbClr val="b8e1b8"/>
                </a:solidFill>
                <a:latin typeface="Arial"/>
              </a:rPr>
              <a:t>Understanding Classes, Objects, Inheritance, and Polymorphism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Define Object-Oriented Programming Concepts,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Understand Classes and Objects,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Learn Inheritance and Polymorphism,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Apply OOP Principles in 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800" b="0">
                <a:solidFill>
                  <a:srgbClr val="b8e1b8"/>
                </a:solidFill>
                <a:latin typeface="Arial"/>
              </a:rPr>
              <a:t>Welcome to our introduction on Object-Oriented Programming (OOP) basics, where we will explore the fundamental concepts that form the foundation of modern programming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2011680"/>
            <a:ext cx="777240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2000" b="0">
                <a:solidFill>
                  <a:srgbClr val="b8e1b8"/>
                </a:solidFill>
                <a:latin typeface="Arial"/>
              </a:rPr>
              <a:t>[Image not found: https://encrypted-tbn0.gstatic.com/images?q=tbn:ANd9GcShkxUolv0SRxo0bU2xPcYXGbR7LXsxDJKFU8V5WAydVP9Zvyej85ZzXb8&amp;s=10]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3703320"/>
            <a:ext cx="7772400" cy="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1600" b="0">
                <a:solidFill>
                  <a:srgbClr val="b8e1b8"/>
                </a:solidFill>
                <a:latin typeface="Arial"/>
              </a:rPr>
              <a:t>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Key Concept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Inheritance is a mechanism for creating a new class based on existing one,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A constructor is called when an object is created from the class,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Key Concept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Inheritance allows one class to inherit properties from another class.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Polymorphism refers to function overriding or overloading in 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Diamond problem in 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800" b="0">
                <a:solidFill>
                  <a:srgbClr val="b8e1b8"/>
                </a:solidFill>
                <a:latin typeface="Arial"/>
              </a:rPr>
              <a:t>The "diamond problem" in C-based Object-Oriented Programming is particularly fascinating because, without language-level features like C++'s virtual base classes, you are forced to solve structural ambiguity by managing raw memory layouts manually. When a derived structure embeds two parent structures that both embed the same grand-parent base structure, C creates two separate instances of that base in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b8e1b8"/>
                </a:solidFill>
                <a:latin typeface="Arial"/>
              </a:rPr>
              <a:t>Custom HTML Slide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800" b="0">
                <a:solidFill>
                  <a:srgbClr val="b8e1b8"/>
                </a:solidFill>
                <a:latin typeface="Arial"/>
              </a:rPr>
              <a:t>oop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400000"/>
            <a:ext cx="77724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400" b="0">
                <a:solidFill>
                  <a:srgbClr val="b8e1b8"/>
                </a:solidFill>
                <a:latin typeface="Arial"/>
              </a:rPr>
              <a:t>Note: custom HTML content can't be converted to PowerPoint shapes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Further Reading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Head First Design Patterns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A practical book on OOP concepts for beginners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Introduction to Algorithms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A thorough introduction to algorithms and data structures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Effective Java Programming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Best practices in Java programming language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Cracking the Coding Interview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b8e1b8"/>
                </a:solidFill>
                <a:latin typeface="Arial"/>
              </a:rPr>
              <a:t>Practice problems and interview preparation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3200" b="1">
                <a:solidFill>
                  <a:srgbClr val="a8e6cf"/>
                </a:solidFill>
                <a:latin typeface="Arial"/>
              </a:rPr>
              <a:t>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7772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1800" b="0">
                <a:solidFill>
                  <a:srgbClr val="b8e1b8"/>
                </a:solidFill>
                <a:latin typeface="Arial"/>
              </a:rPr>
              <a:t>In OOP basics, we covered key concepts including Encapsulation, Abstraction, Inheritance and Polymorphism. These fundamental principles enable us to create robust, modular, and maintainable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Smart Presentation Builder</Application>
  <Slides>10</Slides>
</Properties>
</file>

<file path=docProps/core.xml><?xml version="1.0" encoding="utf-8"?>
<cp:coreProperties xmlns:cp="http://schemas.openxmlformats.org/package/2006/metadata/core-properties" xmlns:dc="http://purl.org/dc/elements/1.1/">
  <dc:title>Presentation</dc:title>
  <dc:creator>Smart Presentation Builder</dc:creator>
</cp:coreProperties>
</file>